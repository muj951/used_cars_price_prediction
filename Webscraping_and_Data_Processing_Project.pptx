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45" autoAdjust="0"/>
  </p:normalViewPr>
  <p:slideViewPr>
    <p:cSldViewPr snapToGrid="0" snapToObjects="1">
      <p:cViewPr>
        <p:scale>
          <a:sx n="77" d="100"/>
          <a:sy n="77" d="100"/>
        </p:scale>
        <p:origin x="1383" y="3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2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8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2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6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5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5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2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0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2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9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0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553" y="1858877"/>
            <a:ext cx="7772400" cy="1470025"/>
          </a:xfrm>
        </p:spPr>
        <p:txBody>
          <a:bodyPr/>
          <a:lstStyle/>
          <a:p>
            <a:r>
              <a:rPr dirty="0"/>
              <a:t>Used Car Price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004" y="3194856"/>
            <a:ext cx="6400800" cy="2847109"/>
          </a:xfrm>
        </p:spPr>
        <p:txBody>
          <a:bodyPr>
            <a:normAutofit/>
          </a:bodyPr>
          <a:lstStyle/>
          <a:p>
            <a:r>
              <a:rPr dirty="0"/>
              <a:t>Web Scraping eBay to Deploying AI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dirty="0"/>
              <a:t>Mujahid Afzal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Machine Learning model to predict fair market value for used cars using real-time data.</a:t>
            </a:r>
          </a:p>
          <a:p>
            <a:endParaRPr/>
          </a:p>
          <a:p>
            <a:r>
              <a:t>Why eBay?</a:t>
            </a:r>
          </a:p>
          <a:p>
            <a:r>
              <a:t>- Represents the true 'open market' with high volume.</a:t>
            </a:r>
          </a:p>
          <a:p>
            <a:r>
              <a:t>- Data is unstructured (messy titles), offering a real Data Science challenge.</a:t>
            </a:r>
          </a:p>
          <a:p>
            <a:endParaRPr/>
          </a:p>
          <a:p>
            <a:r>
              <a:t>Tech Stack: Python, BeautifulSoup, SQLite, Pandas, LightGBM, Streamlit,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Architecture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665" y="2093976"/>
            <a:ext cx="6208222" cy="4556205"/>
          </a:xfrm>
        </p:spPr>
        <p:txBody>
          <a:bodyPr>
            <a:normAutofit/>
          </a:bodyPr>
          <a:lstStyle/>
          <a:p>
            <a:r>
              <a:rPr dirty="0"/>
              <a:t>End-to-End Workflow:</a:t>
            </a:r>
          </a:p>
          <a:p>
            <a:r>
              <a:rPr dirty="0"/>
              <a:t>1. Web Scraping: Custom script to download thousands of listings.</a:t>
            </a:r>
          </a:p>
          <a:p>
            <a:r>
              <a:rPr dirty="0"/>
              <a:t>2. Storage: Raw data stored in SQLite Database for persistence.</a:t>
            </a:r>
          </a:p>
          <a:p>
            <a:r>
              <a:rPr dirty="0"/>
              <a:t>3. Cleaning: Regex &amp; Feature Engineering to fix messy text.</a:t>
            </a:r>
          </a:p>
          <a:p>
            <a:r>
              <a:rPr dirty="0"/>
              <a:t>4. Modeling: Benchmarking 8 models (Linear vs Tree-based).</a:t>
            </a:r>
          </a:p>
          <a:p>
            <a:r>
              <a:rPr dirty="0"/>
              <a:t>5. Deployment: </a:t>
            </a:r>
            <a:r>
              <a:rPr dirty="0" err="1"/>
              <a:t>Dockerized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App.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8A12C-CE18-4207-8874-CCF76060D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87" y="199504"/>
            <a:ext cx="2599113" cy="6658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(The Secret Sauce)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Challenge: Raw data was unusable (e.g., '🔥2015 Toyota Camry!!! L@@K 74k').</a:t>
            </a:r>
          </a:p>
          <a:p>
            <a:endParaRPr dirty="0"/>
          </a:p>
          <a:p>
            <a:r>
              <a:rPr dirty="0"/>
              <a:t>Solutions:</a:t>
            </a:r>
          </a:p>
          <a:p>
            <a:r>
              <a:rPr dirty="0"/>
              <a:t>- Regex: Extracted sticky years (e.g., 'listing2016').</a:t>
            </a:r>
          </a:p>
          <a:p>
            <a:r>
              <a:rPr dirty="0"/>
              <a:t>- Logic: Normalized mileage ('74k' -&gt; 74,000).</a:t>
            </a:r>
          </a:p>
          <a:p>
            <a:r>
              <a:rPr dirty="0"/>
              <a:t>- 'Ghost Car' Fix: Injected 'Year + Brand' if cleaning wiped the title.</a:t>
            </a:r>
          </a:p>
          <a:p>
            <a:endParaRPr dirty="0"/>
          </a:p>
          <a:p>
            <a:r>
              <a:rPr dirty="0"/>
              <a:t>Result: 100% of valid rows preserved for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&amp;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167" y="2093977"/>
            <a:ext cx="8131233" cy="4289366"/>
          </a:xfrm>
        </p:spPr>
        <p:txBody>
          <a:bodyPr>
            <a:normAutofit/>
          </a:bodyPr>
          <a:lstStyle/>
          <a:p>
            <a:r>
              <a:rPr dirty="0"/>
              <a:t>Insights:</a:t>
            </a:r>
          </a:p>
          <a:p>
            <a:r>
              <a:rPr dirty="0"/>
              <a:t>- Year &amp; Mileage are the strongest predictors</a:t>
            </a:r>
            <a:r>
              <a:rPr lang="en-US" dirty="0"/>
              <a:t> followed by model</a:t>
            </a:r>
            <a:r>
              <a:rPr dirty="0"/>
              <a:t>.</a:t>
            </a:r>
          </a:p>
          <a:p>
            <a:r>
              <a:rPr dirty="0"/>
              <a:t>- Seller Score proved to be noise (0% correlation)</a:t>
            </a:r>
            <a:r>
              <a:rPr lang="en-US" dirty="0"/>
              <a:t> that’s why it was excluded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Winning Model: </a:t>
            </a:r>
            <a:r>
              <a:rPr dirty="0" err="1"/>
              <a:t>LightGBM</a:t>
            </a:r>
            <a:r>
              <a:rPr dirty="0"/>
              <a:t> 🏆</a:t>
            </a:r>
          </a:p>
          <a:p>
            <a:r>
              <a:rPr dirty="0"/>
              <a:t>- Accuracy: ~85.</a:t>
            </a:r>
            <a:r>
              <a:rPr lang="en-US" dirty="0"/>
              <a:t>27</a:t>
            </a:r>
            <a:r>
              <a:rPr dirty="0"/>
              <a:t>% (R2 Score)</a:t>
            </a:r>
          </a:p>
          <a:p>
            <a:r>
              <a:rPr dirty="0"/>
              <a:t>- Speed: 10x faster than Random Forest.</a:t>
            </a:r>
          </a:p>
          <a:p>
            <a:r>
              <a:rPr dirty="0"/>
              <a:t>- Outperformed Linear Regression (~65%) significantly.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2471-5D8E-4FC5-A4C5-053095B9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21654"/>
          </a:xfrm>
        </p:spPr>
        <p:txBody>
          <a:bodyPr/>
          <a:lstStyle/>
          <a:p>
            <a:r>
              <a:rPr lang="en-US" dirty="0"/>
              <a:t>Feature Correlation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4FAEAF-6215-42EC-8234-C00E7CC1A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494" y="1306286"/>
            <a:ext cx="8246706" cy="4865914"/>
          </a:xfrm>
        </p:spPr>
      </p:pic>
    </p:spTree>
    <p:extLst>
      <p:ext uri="{BB962C8B-B14F-4D97-AF65-F5344CB8AC3E}">
        <p14:creationId xmlns:p14="http://schemas.microsoft.com/office/powerpoint/2010/main" val="131266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068462-031E-4269-B254-26CD6689D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3" y="1206758"/>
            <a:ext cx="8617210" cy="55942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89FD189-76BC-4F5C-B691-C90C3A01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8" y="149141"/>
            <a:ext cx="7772400" cy="821654"/>
          </a:xfrm>
        </p:spPr>
        <p:txBody>
          <a:bodyPr/>
          <a:lstStyle/>
          <a:p>
            <a:r>
              <a:rPr lang="en-US" dirty="0"/>
              <a:t>Model Accuracy Comparison</a:t>
            </a:r>
          </a:p>
        </p:txBody>
      </p:sp>
    </p:spTree>
    <p:extLst>
      <p:ext uri="{BB962C8B-B14F-4D97-AF65-F5344CB8AC3E}">
        <p14:creationId xmlns:p14="http://schemas.microsoft.com/office/powerpoint/2010/main" val="68423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D43407-CC45-452F-B88C-EB67C625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49" y="1349829"/>
            <a:ext cx="8669305" cy="54244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DBA917-BE0D-4BE6-AA39-16D326EE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8" y="149141"/>
            <a:ext cx="7772400" cy="821654"/>
          </a:xfrm>
        </p:spPr>
        <p:txBody>
          <a:bodyPr/>
          <a:lstStyle/>
          <a:p>
            <a:r>
              <a:rPr lang="en-US" dirty="0"/>
              <a:t>Actual price Vs predicted price</a:t>
            </a:r>
          </a:p>
        </p:txBody>
      </p:sp>
    </p:spTree>
    <p:extLst>
      <p:ext uri="{BB962C8B-B14F-4D97-AF65-F5344CB8AC3E}">
        <p14:creationId xmlns:p14="http://schemas.microsoft.com/office/powerpoint/2010/main" val="393166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Product: A Dockerized Streamlit App.</a:t>
            </a:r>
          </a:p>
          <a:p>
            <a:r>
              <a:t>- Users select a brand and get instant price estimates.</a:t>
            </a:r>
          </a:p>
          <a:p>
            <a:r>
              <a:t>- 'Scrap Guard' logic prevents negative price predictions.</a:t>
            </a:r>
          </a:p>
          <a:p>
            <a:endParaRPr/>
          </a:p>
          <a:p>
            <a:r>
              <a:t>Conclusion:</a:t>
            </a:r>
          </a:p>
          <a:p>
            <a:r>
              <a:t>Successfully transformed messy HTML into a deployed AI product.</a:t>
            </a:r>
          </a:p>
          <a:p>
            <a:r>
              <a:t>Demonstrated full-stack skills: Scraping -&gt; SQL -&gt; ML -&gt; MLOps.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</TotalTime>
  <Words>369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Used Car Price Prediction System</vt:lpstr>
      <vt:lpstr>Project Overview &amp; Objective</vt:lpstr>
      <vt:lpstr>The Architecture (Pipeline)</vt:lpstr>
      <vt:lpstr>Data Cleaning (The Secret Sauce)</vt:lpstr>
      <vt:lpstr>Analysis &amp; Model Results</vt:lpstr>
      <vt:lpstr>Feature Correlation Matrix</vt:lpstr>
      <vt:lpstr>Model Accuracy Comparison</vt:lpstr>
      <vt:lpstr>Actual price Vs predicted price</vt:lpstr>
      <vt:lpstr>Deployment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Prediction System</dc:title>
  <dc:subject/>
  <dc:creator/>
  <cp:keywords/>
  <dc:description>generated using python-pptx</dc:description>
  <cp:lastModifiedBy>AFZAL Mujahid</cp:lastModifiedBy>
  <cp:revision>7</cp:revision>
  <dcterms:created xsi:type="dcterms:W3CDTF">2013-01-27T09:14:16Z</dcterms:created>
  <dcterms:modified xsi:type="dcterms:W3CDTF">2025-12-24T00:15:40Z</dcterms:modified>
  <cp:category/>
</cp:coreProperties>
</file>